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173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Детектор фрод-доменов </a:t>
            </a:r>
            <a:pPr algn="ctr" indent="0" marL="0">
              <a:buNone/>
            </a:pPr>
            <a:r>
              <a:rPr lang="en-US" sz="5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.RU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0" y="2606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обнаружение мошеннических доменов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4434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A5C"/>
                </a:solidFill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CA3AF"/>
                </a:solidFill>
              </a:rPr>
              <a:t>ПРОБЛЕМА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Почему это важно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38160" y="47365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2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237744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1907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млн+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86968" y="239572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доменов в зоне .ru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572768"/>
            <a:ext cx="237744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71907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млрд ₽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93008" y="239572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потери от мошенничества в 2023 г.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89320" y="1572768"/>
            <a:ext cx="237744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71907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099048" y="239572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фишинговых сайтов используют HTTPS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804672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101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жизни фишингового домена — 4–7 дней. Ручная проверка невозможна — нужна автоматизация.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CA3AF"/>
                </a:solidFill>
              </a:rPr>
              <a:t>ПОДХОД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 Transparency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38160" y="47365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3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новый HTTPS-домен оставляет запись в публичных CT-логах в течение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90195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1–5 минут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фишинговых сайтов используют HTTPS.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значит: каждый новый фрод-домен попадает в CT-логи раньше, чем его успевают заблокировать.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417320"/>
            <a:ext cx="3383280" cy="5486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417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домен регистрируется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19842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2167128"/>
            <a:ext cx="3383280" cy="5486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1671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 HTTPS-сертификат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7340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2916936"/>
            <a:ext cx="3383280" cy="548640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9169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в CT-логах (crt.sh)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48386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3666744"/>
            <a:ext cx="3383280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66674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Детектор обнаруживает фрод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CA3AF"/>
                </a:solidFill>
              </a:rPr>
              <a:t>АРХИТЕКТУРА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модуля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38160" y="47365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4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377440" cy="17373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184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data_collector.py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Сбор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crt.sh · certspotter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· DNS · IP · MX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324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1D5DB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83280" y="1508760"/>
            <a:ext cx="2377440" cy="17373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6184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fraud_detector.py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Анализ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признаков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Весовая модель (0–100)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0644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1D5DB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377440" cy="17373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6184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Запуск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63640" y="246888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Интерактивное меню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режима работы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run.py управляет всем пайплайном через прямые Python-импорты (без subprocess)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CA3AF"/>
                </a:solidFill>
              </a:rPr>
              <a:t>АЛГОРИТМ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признаков фрода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38160" y="47365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5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46888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5448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53312" y="1554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 домена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975104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дней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46888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155448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42232" y="1554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Сходство с брендом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47288" y="1975104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Расстояние Левенштейна 1–2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46888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55448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931152" y="1554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Фрод-ключевые слова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1975104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bonus, cashback, cabinet…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24912"/>
            <a:ext cx="246888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81635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53312" y="2816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регистрации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323697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400 дней (1 год)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2724912"/>
            <a:ext cx="246888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281635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142232" y="2816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Дешёвый регистратор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47288" y="323697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Namecheap, GoDaddy, PDR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724912"/>
            <a:ext cx="246888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2816352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31152" y="2816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MX-записи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236976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не принимает почту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CA3AF"/>
                </a:solidFill>
              </a:rPr>
              <a:t>ОЦЕНКА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Риск-скор (0 – 100)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38160" y="47365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6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3619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68880" y="15361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19 баллов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153619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Официальные домены, нет признаков фрода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85416"/>
            <a:ext cx="8046720" cy="658368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0428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230428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– 44 баллов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30428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косвенные признаки, требует проверки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53512"/>
            <a:ext cx="8046720" cy="658368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723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68880" y="30723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– 69 баллов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307238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Тайпсквоттинг без ключевых слов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721608"/>
            <a:ext cx="8046720" cy="658368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404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68880" y="38404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– 100 баллов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384048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Сочетание 4–5 признаков одновременно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CA3AF"/>
                </a:solidFill>
              </a:rPr>
              <a:t>РЕЗУЛЬТАТЫ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Тестовая выборка — 10 доменов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38160" y="47365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7 / 10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53312"/>
          <a:ext cx="80467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234440"/>
                <a:gridCol w="731520"/>
                <a:gridCol w="2011680"/>
                <a:gridCol w="1417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Домен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Бренд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Паттерн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sber-bonus-2024.ru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sber (2)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vtb-cashback-online.ru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vtb (2)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yandex-promo2024.ru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yandex (2)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alfa-bank-bonus.ru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alfa (2)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sberfank.ru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sberbank 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yandex.ru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yandex (0)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sberbank.ru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sberbank (0)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gosuslugi.ru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gosuslugi (0)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CA3AF"/>
                </a:solidFill>
              </a:rPr>
              <a:t>ДЕМО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 на реальных данных (certspotter)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38160" y="47365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8 / 10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53312"/>
          <a:ext cx="48463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82296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Домен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sberbankvmeste.ru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sbervmeste.ru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ozone.ru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sber.ru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vtb.ru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tinkoff.ru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gosuslugi.ru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715000" y="135331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означают результаты: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15000" y="1874520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12 доменов из CT-логов за 4 дня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0" y="2368296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sberbankvmeste.ru — бренд-смежный, правильно MEDIUM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0" y="2862072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ozone.ru — расстояние 1 от ozon.ru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15000" y="335584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Все официальные домены — LOW = 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0" y="3849624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0 ложноположительных результатов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CA3AF"/>
                </a:solidFill>
              </a:rPr>
              <a:t>ОЦЕНКА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Ограничения и перспективы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38160" y="47365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9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Ограничения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certspotter не поддерживает wildcard-поиск — при fallback находит меньше фрода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957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crt.sh и certspotter недоступны из России без VPN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96265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WHOIS блокируется для ~15–20% доменов .ru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52958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Только эвристика — старый домен с RU-CENTER может пройти фильтр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53712" y="1280160"/>
            <a:ext cx="0" cy="356616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35331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Перспективы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182880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ML-классификатор (Random Forest / XGBoost)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39572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Интеграция с VirusTotal, URLhaus, PhishTank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2962656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Поддержка IDN-доменов (.рф, кириллица)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52958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REST API для интеграции с SIEM/SOAR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53312" y="1325880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пайплайн: CT-логи → WHOIS / DNS → риск-скор → CSV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6712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53312" y="2167128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100% на тестовой выборке — 0 ложноположительных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008376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53312" y="3008376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запуск через run.py: 4 режима, не нужен CLI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0" y="4297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3D4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2026-06-02T17:31:03Z</dcterms:created>
  <dcterms:modified xsi:type="dcterms:W3CDTF">2026-06-02T17:31:03Z</dcterms:modified>
</cp:coreProperties>
</file>